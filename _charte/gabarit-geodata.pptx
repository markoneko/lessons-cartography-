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43" autoAdjust="0"/>
    <p:restoredTop sz="94694" autoAdjust="0"/>
  </p:normalViewPr>
  <p:slideViewPr>
    <p:cSldViewPr snapToGrid="0" snapToObjects="1">
      <p:cViewPr varScale="1">
        <p:scale>
          <a:sx n="161" d="100"/>
          <a:sy n="161" d="100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Here</a:t>
            </a:r>
            <a:r>
              <a:rPr lang="en-US" baseline="0" dirty="0"/>
              <a:t> is a note</a:t>
            </a:r>
          </a:p>
          <a:p>
            <a:endParaRPr lang="en-US" baseline="0" dirty="0"/>
          </a:p>
          <a:p>
            <a:r>
              <a:rPr lang="en-US" baseline="0" dirty="0"/>
              <a:t>With another paragraph.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3191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</a:t>
            </a:r>
            <a:r>
              <a:rPr lang="en-US" baseline="0" dirty="0"/>
              <a:t> speaker note on </a:t>
            </a:r>
            <a:r>
              <a:rPr lang="en-US" baseline="0"/>
              <a:t>this slide too.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6900036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554480"/>
            <a:ext cx="4846320" cy="1280160"/>
          </a:xfrm>
        </p:spPr>
        <p:txBody>
          <a:bodyPr/>
          <a:lstStyle/>
          <a:p>
            <a:pPr algn="l">
              <a:defRPr sz="3600" b="1">
                <a:solidFill>
                  <a:srgbClr val="283B89"/>
                </a:solidFill>
                <a:latin typeface="Raleway"/>
              </a:defRPr>
            </a:pPr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200" y="2926080"/>
            <a:ext cx="4846320" cy="914400"/>
          </a:xfrm>
        </p:spPr>
        <p:txBody>
          <a:bodyPr/>
          <a:lstStyle>
            <a:lvl1pPr marL="0" indent="0" algn="l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l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l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l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l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l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l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l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l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algn="l">
              <a:defRPr sz="1800" b="0">
                <a:solidFill>
                  <a:srgbClr val="E38226"/>
                </a:solidFill>
                <a:latin typeface="Raleway"/>
              </a:defRPr>
            </a:pPr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pic>
        <p:nvPicPr>
          <p:cNvPr id="107" name="strates-orange-haut.png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502920"/>
            <a:ext cx="3108960" cy="929214"/>
          </a:xfrm>
          <a:prstGeom prst="rect">
            <a:avLst/>
          </a:prstGeom>
        </p:spPr>
      </p:pic>
      <p:pic>
        <p:nvPicPr>
          <p:cNvPr id="108" name="strates-bleu-bas.png" descr="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0" y="3931920"/>
            <a:ext cx="3108960" cy="5565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56032"/>
            <a:ext cx="8229600" cy="6858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51560"/>
            <a:ext cx="8229600" cy="3429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rgbClr val="283B8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1463040"/>
            <a:ext cx="7680960" cy="1097280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pPr algn="l">
              <a:defRPr sz="3600" b="1">
                <a:solidFill>
                  <a:srgbClr val="FFFFFF"/>
                </a:solidFill>
                <a:latin typeface="Raleway"/>
              </a:defRPr>
            </a:pPr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1520" y="2651760"/>
            <a:ext cx="7680960" cy="82296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algn="l">
              <a:defRPr sz="1800" b="0">
                <a:solidFill>
                  <a:srgbClr val="FFFFFF"/>
                </a:solidFill>
              </a:defRPr>
            </a:pPr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pic>
        <p:nvPicPr>
          <p:cNvPr id="107" name="strates-blanc-bas.png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4023360"/>
            <a:ext cx="3840480" cy="5743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56032"/>
            <a:ext cx="8229600" cy="6858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051560"/>
            <a:ext cx="4041648" cy="3429000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5152" y="1051560"/>
            <a:ext cx="4041648" cy="3429000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56032"/>
            <a:ext cx="8229600" cy="6858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56032"/>
            <a:ext cx="8229600" cy="6858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56032"/>
            <a:ext cx="8229600" cy="685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l">
              <a:defRPr sz="2600" b="1">
                <a:solidFill>
                  <a:srgbClr val="283B89"/>
                </a:solidFill>
                <a:latin typeface="Raleway"/>
              </a:defRPr>
            </a:pPr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051560"/>
            <a:ext cx="8229600" cy="3429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algn="l">
              <a:defRPr sz="1600" b="0">
                <a:solidFill>
                  <a:srgbClr val="2B2B33"/>
                </a:solidFill>
              </a:defRPr>
            </a:pPr>
            <a:r>
              <a:rPr lang="en-US"/>
              <a:t>Click to edit Master text styles</a:t>
            </a:r>
          </a:p>
          <a:p>
            <a:pPr lvl="1" algn="l"/>
            <a:r>
              <a:rPr lang="en-US"/>
              <a:t>Second level</a:t>
            </a:r>
          </a:p>
          <a:p>
            <a:pPr lvl="2" algn="l"/>
            <a:r>
              <a:rPr lang="en-US"/>
              <a:t>Third level</a:t>
            </a:r>
          </a:p>
          <a:p>
            <a:pPr lvl="3" algn="l"/>
            <a:r>
              <a:rPr lang="en-US"/>
              <a:t>Fourth level</a:t>
            </a:r>
          </a:p>
          <a:p>
            <a:pPr lvl="4" algn="l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315200" y="4767263"/>
            <a:ext cx="9144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63040" y="4727448"/>
            <a:ext cx="594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l">
              <a:defRPr sz="900" b="0">
                <a:solidFill>
                  <a:srgbClr val="6E6F7A"/>
                </a:solidFill>
              </a:defRPr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772400" y="4727448"/>
            <a:ext cx="914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r">
              <a:defRPr sz="1000" b="1">
                <a:solidFill>
                  <a:srgbClr val="283B89"/>
                </a:solidFill>
              </a:defRPr>
            </a:pPr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pic>
        <p:nvPicPr>
          <p:cNvPr id="107" name="geodata.png" descr="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57200" y="4663440"/>
            <a:ext cx="910458" cy="301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342900" rtl="0" eaLnBrk="1" latinLnBrk="0" hangingPunct="1">
        <a:spcBef>
          <a:spcPct val="0"/>
        </a:spcBef>
        <a:buNone/>
        <a:defRPr sz="2600" b="1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342900" rtl="0" eaLnBrk="1" latinLnBrk="0" hangingPunct="1">
        <a:spcBef>
          <a:spcPct val="200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342900" algn="l" defTabSz="342900" rtl="0" eaLnBrk="1" latinLnBrk="0" hangingPunct="1">
        <a:spcBef>
          <a:spcPct val="20000"/>
        </a:spcBef>
        <a:buFont typeface="Arial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1028700" indent="-342900" algn="l" defTabSz="342900" rtl="0" eaLnBrk="1" latinLnBrk="0" hangingPunct="1">
        <a:spcBef>
          <a:spcPct val="20000"/>
        </a:spcBef>
        <a:buFont typeface="Arial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342900" algn="l" defTabSz="342900" rtl="0" eaLnBrk="1" latinLnBrk="0" hangingPunct="1">
        <a:spcBef>
          <a:spcPct val="20000"/>
        </a:spcBef>
        <a:buFont typeface="Arial"/>
        <a:buChar char="–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714500" indent="-342900" algn="l" defTabSz="342900" rtl="0" eaLnBrk="1" latinLnBrk="0" hangingPunct="1">
        <a:spcBef>
          <a:spcPct val="20000"/>
        </a:spcBef>
        <a:buFont typeface="Arial"/>
        <a:buChar char="»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057400" indent="-342900" algn="l" defTabSz="342900" rtl="0" eaLnBrk="1" latinLnBrk="0" hangingPunct="1">
        <a:spcBef>
          <a:spcPct val="20000"/>
        </a:spcBef>
        <a:buFont typeface="Arial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2400300" indent="-342900" algn="l" defTabSz="342900" rtl="0" eaLnBrk="1" latinLnBrk="0" hangingPunct="1">
        <a:spcBef>
          <a:spcPct val="20000"/>
        </a:spcBef>
        <a:buFont typeface="Arial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2743200" indent="-342900" algn="l" defTabSz="342900" rtl="0" eaLnBrk="1" latinLnBrk="0" hangingPunct="1">
        <a:spcBef>
          <a:spcPct val="20000"/>
        </a:spcBef>
        <a:buFont typeface="Arial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3086100" indent="-342900" algn="l" defTabSz="342900" rtl="0" eaLnBrk="1" latinLnBrk="0" hangingPunct="1">
        <a:spcBef>
          <a:spcPct val="20000"/>
        </a:spcBef>
        <a:buFont typeface="Arial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Presentation Subtitle</a:t>
            </a:r>
          </a:p>
        </p:txBody>
      </p:sp>
    </p:spTree>
    <p:extLst>
      <p:ext uri="{BB962C8B-B14F-4D97-AF65-F5344CB8AC3E}">
        <p14:creationId xmlns:p14="http://schemas.microsoft.com/office/powerpoint/2010/main" val="3926690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Slide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Hello</a:t>
            </a:r>
            <a:r>
              <a:rPr lang="en-US"/>
              <a:t>, world.</a:t>
            </a:r>
          </a:p>
        </p:txBody>
      </p:sp>
    </p:spTree>
    <p:extLst>
      <p:ext uri="{BB962C8B-B14F-4D97-AF65-F5344CB8AC3E}">
        <p14:creationId xmlns:p14="http://schemas.microsoft.com/office/powerpoint/2010/main" val="5727074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Section header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</p:sp>
    </p:spTree>
    <p:extLst>
      <p:ext uri="{BB962C8B-B14F-4D97-AF65-F5344CB8AC3E}">
        <p14:creationId xmlns:p14="http://schemas.microsoft.com/office/powerpoint/2010/main" val="39967815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Slide Title for Two-Content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Some content on </a:t>
            </a:r>
            <a:r>
              <a:rPr lang="en-US"/>
              <a:t>the left.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Some content on the right.</a:t>
            </a:r>
          </a:p>
        </p:txBody>
      </p:sp>
    </p:spTree>
    <p:extLst>
      <p:ext uri="{BB962C8B-B14F-4D97-AF65-F5344CB8AC3E}">
        <p14:creationId xmlns:p14="http://schemas.microsoft.com/office/powerpoint/2010/main" val="13246211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283B89"/>
      </a:dk2>
      <a:lt2>
        <a:srgbClr val="F4F5FB"/>
      </a:lt2>
      <a:accent1>
        <a:srgbClr val="283B89"/>
      </a:accent1>
      <a:accent2>
        <a:srgbClr val="E38226"/>
      </a:accent2>
      <a:accent3>
        <a:srgbClr val="541C5B"/>
      </a:accent3>
      <a:accent4>
        <a:srgbClr val="8A5264"/>
      </a:accent4>
      <a:accent5>
        <a:srgbClr val="9655A2"/>
      </a:accent5>
      <a:accent6>
        <a:srgbClr val="D8D33A"/>
      </a:accent6>
      <a:hlink>
        <a:srgbClr val="283B89"/>
      </a:hlink>
      <a:folHlink>
        <a:srgbClr val="541C5B"/>
      </a:folHlink>
    </a:clrScheme>
    <a:fontScheme name="Office">
      <a:majorFont>
        <a:latin typeface="Raleway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283B89"/>
      </a:dk2>
      <a:lt2>
        <a:srgbClr val="F4F5FB"/>
      </a:lt2>
      <a:accent1>
        <a:srgbClr val="283B89"/>
      </a:accent1>
      <a:accent2>
        <a:srgbClr val="E38226"/>
      </a:accent2>
      <a:accent3>
        <a:srgbClr val="541C5B"/>
      </a:accent3>
      <a:accent4>
        <a:srgbClr val="8A5264"/>
      </a:accent4>
      <a:accent5>
        <a:srgbClr val="9655A2"/>
      </a:accent5>
      <a:accent6>
        <a:srgbClr val="D8D33A"/>
      </a:accent6>
      <a:hlink>
        <a:srgbClr val="283B89"/>
      </a:hlink>
      <a:folHlink>
        <a:srgbClr val="541C5B"/>
      </a:folHlink>
    </a:clrScheme>
    <a:fontScheme name="Office">
      <a:majorFont>
        <a:latin typeface="Ralew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boto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</dc:title>
  <dc:creator>Jesse Rosenthal</dc:creator>
  <cp:lastModifiedBy>Jesse Rosenthal</cp:lastModifiedBy>
  <cp:revision>5</cp:revision>
  <dcterms:created xsi:type="dcterms:W3CDTF">2017-06-05T14:10:58Z</dcterms:created>
  <dcterms:modified xsi:type="dcterms:W3CDTF">2022-01-02T22:49:03Z</dcterms:modified>
</cp:coreProperties>
</file>